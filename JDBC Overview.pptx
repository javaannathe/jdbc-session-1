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19" r:id="rId3"/>
    <p:sldId id="320" r:id="rId4"/>
    <p:sldId id="32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7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A7A3B-1DA2-4800-B45B-2681B3769D0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EF00B-E2C5-4BDD-AEFD-CC00049E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1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3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57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93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47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8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24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11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95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37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7C503-0C0B-42CC-8979-ADFC5D7784E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42357-3EA5-413C-B95D-7C8301DBD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40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JDBC Overview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rgbClr val="002060"/>
                </a:solidFill>
              </a:rPr>
              <a:t>B.Ramasubramanian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16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JDBC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491880" y="1700808"/>
            <a:ext cx="2376264" cy="20162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002060"/>
                </a:solidFill>
              </a:rPr>
              <a:t>Java Application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51920" y="4653136"/>
            <a:ext cx="1656184" cy="79208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002060"/>
                </a:solidFill>
              </a:rPr>
              <a:t>JDBC Driver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Can 5"/>
          <p:cNvSpPr/>
          <p:nvPr/>
        </p:nvSpPr>
        <p:spPr>
          <a:xfrm>
            <a:off x="3851920" y="5957784"/>
            <a:ext cx="1656184" cy="504056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002060"/>
                </a:solidFill>
              </a:rPr>
              <a:t>Database</a:t>
            </a:r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39952" y="3717032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860032" y="3717032"/>
            <a:ext cx="72008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16570" y="4077072"/>
            <a:ext cx="96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JDBC API Call</a:t>
            </a:r>
            <a:endParaRPr lang="en-IN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427984" y="5445224"/>
            <a:ext cx="72008" cy="51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932040" y="5445224"/>
            <a:ext cx="0" cy="51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92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JDBC Drivers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 smtClean="0">
                <a:solidFill>
                  <a:srgbClr val="002060"/>
                </a:solidFill>
              </a:rPr>
              <a:t>Type </a:t>
            </a:r>
            <a:r>
              <a:rPr lang="en-IN" sz="2800" dirty="0">
                <a:solidFill>
                  <a:srgbClr val="002060"/>
                </a:solidFill>
              </a:rPr>
              <a:t>1: JDBC-ODBC Bridge </a:t>
            </a:r>
            <a:r>
              <a:rPr lang="en-IN" sz="2800" dirty="0" smtClean="0">
                <a:solidFill>
                  <a:srgbClr val="002060"/>
                </a:solidFill>
              </a:rPr>
              <a:t>Driver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002060"/>
                </a:solidFill>
              </a:rPr>
              <a:t>Type 2: Native-API Driver (Partially Java Driver</a:t>
            </a:r>
            <a:r>
              <a:rPr lang="en-IN" sz="2800" dirty="0" smtClean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002060"/>
                </a:solidFill>
              </a:rPr>
              <a:t>Type 3: Network Protocol Driver (All Java/Middleware Translation Driver</a:t>
            </a:r>
            <a:r>
              <a:rPr lang="en-IN" sz="2800" dirty="0" smtClean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002060"/>
                </a:solidFill>
              </a:rPr>
              <a:t>Type 4: Thin Driver (Native-protocol/All-Java Driver)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36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involved in JDBC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Step 1</a:t>
            </a:r>
          </a:p>
          <a:p>
            <a:pPr marL="0" indent="0">
              <a:buNone/>
            </a:pPr>
            <a:r>
              <a:rPr lang="en-IN" dirty="0" smtClean="0"/>
              <a:t>Load the JDBC Driver</a:t>
            </a:r>
          </a:p>
          <a:p>
            <a:pPr marL="0" indent="0">
              <a:buNone/>
            </a:pPr>
            <a:r>
              <a:rPr lang="en-IN" dirty="0" smtClean="0"/>
              <a:t>Step 2</a:t>
            </a:r>
          </a:p>
          <a:p>
            <a:pPr marL="0" indent="0">
              <a:buNone/>
            </a:pPr>
            <a:r>
              <a:rPr lang="en-IN" dirty="0" smtClean="0"/>
              <a:t>Establish the connection with Database server</a:t>
            </a:r>
          </a:p>
          <a:p>
            <a:pPr marL="0" indent="0">
              <a:buNone/>
            </a:pPr>
            <a:r>
              <a:rPr lang="en-IN" dirty="0" smtClean="0"/>
              <a:t>Step 3</a:t>
            </a:r>
          </a:p>
          <a:p>
            <a:pPr marL="0" indent="0">
              <a:buNone/>
            </a:pPr>
            <a:r>
              <a:rPr lang="en-IN" dirty="0" smtClean="0"/>
              <a:t>Create Statement object</a:t>
            </a:r>
          </a:p>
          <a:p>
            <a:pPr marL="0" indent="0">
              <a:buNone/>
            </a:pPr>
            <a:r>
              <a:rPr lang="en-IN" dirty="0" smtClean="0"/>
              <a:t>Step 4</a:t>
            </a:r>
          </a:p>
          <a:p>
            <a:pPr marL="0" indent="0">
              <a:buNone/>
            </a:pPr>
            <a:r>
              <a:rPr lang="en-IN" dirty="0" smtClean="0"/>
              <a:t>Execute Query</a:t>
            </a:r>
          </a:p>
          <a:p>
            <a:pPr marL="0" indent="0">
              <a:buNone/>
            </a:pPr>
            <a:r>
              <a:rPr lang="en-IN" dirty="0" smtClean="0"/>
              <a:t>Step 5</a:t>
            </a:r>
          </a:p>
          <a:p>
            <a:pPr marL="0" indent="0">
              <a:buNone/>
            </a:pPr>
            <a:r>
              <a:rPr lang="en-IN" dirty="0" smtClean="0"/>
              <a:t>Fetch records from </a:t>
            </a:r>
            <a:r>
              <a:rPr lang="en-IN" dirty="0" err="1" smtClean="0"/>
              <a:t>ResultSet</a:t>
            </a:r>
            <a:r>
              <a:rPr lang="en-IN" dirty="0" smtClean="0"/>
              <a:t> object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54562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15057</TotalTime>
  <Words>87</Words>
  <Application>Microsoft Office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JDBC Overview</vt:lpstr>
      <vt:lpstr>JDBC </vt:lpstr>
      <vt:lpstr>Types of JDBC Drivers </vt:lpstr>
      <vt:lpstr>Steps involved in JDBC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Process Overview</dc:title>
  <dc:creator>PC</dc:creator>
  <cp:lastModifiedBy>PC</cp:lastModifiedBy>
  <cp:revision>151</cp:revision>
  <dcterms:created xsi:type="dcterms:W3CDTF">2020-08-08T04:45:45Z</dcterms:created>
  <dcterms:modified xsi:type="dcterms:W3CDTF">2025-11-03T14:27:30Z</dcterms:modified>
</cp:coreProperties>
</file>